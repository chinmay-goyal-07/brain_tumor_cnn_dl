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02F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202F"/>
                </a:solidFill>
                <a:latin typeface="+mn-lt"/>
              </a:rPr>
              <a:t>Per-class test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220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notumor</c:v>
                </c:pt>
                <c:pt idx="3">
                  <c:v>pituitary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0.90800000000000003</c:v>
                </c:pt>
                <c:pt idx="2">
                  <c:v>0.93</c:v>
                </c:pt>
                <c:pt idx="3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9-44F2-BCE4-DBA466CCF9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220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notumor</c:v>
                </c:pt>
                <c:pt idx="3">
                  <c:v>pituitary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0.98499999999999999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B9-44F2-BCE4-DBA466CCF9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220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notumor</c:v>
                </c:pt>
                <c:pt idx="3">
                  <c:v>pituitary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0.90700000000000003</c:v>
                </c:pt>
                <c:pt idx="1">
                  <c:v>0.94499999999999995</c:v>
                </c:pt>
                <c:pt idx="2">
                  <c:v>0.96399999999999997</c:v>
                </c:pt>
                <c:pt idx="3">
                  <c:v>0.995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B9-44F2-BCE4-DBA466CCF9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D5E2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0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92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instructor. Fill in the blanks on this slide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labels. This is a learning project, not a clinical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Training: 1,400 per class. Testing: 400 per class. State the dataset source and licence.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Augmentation is applied to training images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accuracy of 99.73% is the maximum over folds and epochs, so it is optimistic; the test set is the honest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Pituitary and notumor are near perfect. Glioma recall is the lowest number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accuracy (up to 99.7%) is much higher than test accuracy (95.4%). Possible causes: distribution shift between train and test, or slices from the same patient across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live demo here if possible: one image per class. Replace the placeholders with real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Share both repository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870509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MRI Classification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with transfer learning  |  Batch F Capstone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Chinmay Goyal  Reg. No.:2430010354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Sandeep Gupta</a:t>
            </a:r>
          </a:p>
          <a:p>
            <a:pPr marL="0" indent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classes, one classifier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17337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brain's glial cells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56032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-bg"/>
          <p:cNvSpPr/>
          <p:nvPr/>
        </p:nvSpPr>
        <p:spPr>
          <a:xfrm>
            <a:off x="2788920" y="15544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142" y="17337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membranes around the brain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icon-bg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262" y="173370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pituitary gland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icon-bg"/>
          <p:cNvSpPr/>
          <p:nvPr/>
        </p:nvSpPr>
        <p:spPr>
          <a:xfrm>
            <a:off x="6995160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382" y="173370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scan, no tumor present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assign each MRI slice to exactly one of these four categories.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 balanced 7,200-image dataset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29184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images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2648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1264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balanced: 1,400 training and 400 test images in every class.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____________________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raw MRI to prediction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tep-num"/>
          <p:cNvSpPr/>
          <p:nvPr/>
        </p:nvSpPr>
        <p:spPr>
          <a:xfrm>
            <a:off x="566928" y="1353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669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280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to 3 channels, resize to 224 x 224, ImageNet normalisation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19202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tep-num"/>
          <p:cNvSpPr/>
          <p:nvPr/>
        </p:nvSpPr>
        <p:spPr>
          <a:xfrm>
            <a:off x="566928" y="19933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920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flip, rotation up to 10 degrees, brightness and contrast jitter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ep-num"/>
          <p:cNvSpPr/>
          <p:nvPr/>
        </p:nvSpPr>
        <p:spPr>
          <a:xfrm>
            <a:off x="566928" y="26334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66928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backbone with a new Dropout + Linear head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ep-num"/>
          <p:cNvSpPr/>
          <p:nvPr/>
        </p:nvSpPr>
        <p:spPr>
          <a:xfrm>
            <a:off x="566928" y="32735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66928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scheduler, early stopping; keep the best weights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tep-num"/>
          <p:cNvSpPr/>
          <p:nvPr/>
        </p:nvSpPr>
        <p:spPr>
          <a:xfrm>
            <a:off x="566928" y="39136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66928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3840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once on 1,600 unseen images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and training setup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16166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ResNet18, ImageNet weights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Dropout 0.3 + Linear (4 outputs)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 x 224, 3 channels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available as option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-bg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16166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3e-4, weight decay 1e-4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loss, batch size 32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scheduler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epochs, early stopping (patience 3)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kept = highest validation accuracy across the 5 folds (0.9973).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95.4% accuracy on unseen scans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95.37%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0.953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test images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474720" y="1188720"/>
          <a:ext cx="5212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Glioma is the weak spot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precision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606040" y="1325880"/>
            <a:ext cx="1965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6060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0.830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recall</a:t>
            </a:r>
            <a:endParaRPr lang="en-US" sz="1400" dirty="0"/>
          </a:p>
        </p:txBody>
      </p:sp>
      <p:sp>
        <p:nvSpPr>
          <p:cNvPr id="9" name="icon-bg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379" y="152521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057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68 of 400 gliomas were labelled as another class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class was mistaken for glioma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tumors are the costly error type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loss, stronger augmentation, a different backbone, and Grad-CAM to see where the model looks.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Predicting a single scan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4846320" cy="265176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code/predict.py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mri.jpg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--checkpoint best_model.pt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&lt;class&gt; (&lt;confidence&gt;)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&lt;class&gt;    &lt;probability&gt;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</p:txBody>
      </p:sp>
      <p:sp>
        <p:nvSpPr>
          <p:cNvPr id="5" name="icon-bg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99" y="15252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03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best_model.pt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same preprocessing as 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class and a probability for all four classes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icon-bg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52521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glioma recall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explanations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by patient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Gradio or Streamlit demo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822269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Scan">
  <a:themeElements>
    <a:clrScheme name="NeuroScan">
      <a:dk1>
        <a:srgbClr val="12202F"/>
      </a:dk1>
      <a:lt1>
        <a:srgbClr val="FFFFFF"/>
      </a:lt1>
      <a:dk2>
        <a:srgbClr val="0F3D4C"/>
      </a:dk2>
      <a:lt2>
        <a:srgbClr val="EAF3F5"/>
      </a:lt2>
      <a:accent1>
        <a:srgbClr val="0E9AA7"/>
      </a:accent1>
      <a:accent2>
        <a:srgbClr val="E4572E"/>
      </a:accent2>
      <a:accent3>
        <a:srgbClr val="F2B84B"/>
      </a:accent3>
      <a:accent4>
        <a:srgbClr val="5B7B8C"/>
      </a:accent4>
      <a:accent5>
        <a:srgbClr val="2E6F95"/>
      </a:accent5>
      <a:accent6>
        <a:srgbClr val="7FB7BE"/>
      </a:accent6>
      <a:hlink>
        <a:srgbClr val="0E9AA7"/>
      </a:hlink>
      <a:folHlink>
        <a:srgbClr val="5B7B8C"/>
      </a:folHlink>
    </a:clrScheme>
    <a:fontScheme name="NeuroSc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608</Words>
  <Application>Microsoft Office PowerPoint</Application>
  <PresentationFormat>On-screen Show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NeuroScan</vt:lpstr>
      <vt:lpstr>PowerPoint Presentation</vt:lpstr>
      <vt:lpstr>Four classes, one classifier</vt:lpstr>
      <vt:lpstr>A balanced 7,200-image dataset</vt:lpstr>
      <vt:lpstr>From raw MRI to prediction</vt:lpstr>
      <vt:lpstr>Model and training setup</vt:lpstr>
      <vt:lpstr>95.4% accuracy on unseen scans</vt:lpstr>
      <vt:lpstr>Glioma is the weak spot</vt:lpstr>
      <vt:lpstr>Predicting a single scan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MRI Classification using CNN</dc:title>
  <dc:subject>PptxGenJS Presentation</dc:subject>
  <dc:creator>PptxGenJS</dc:creator>
  <cp:lastModifiedBy>Chinmay Goyal [CSE (DATA SCIENCE) - 2024]</cp:lastModifiedBy>
  <cp:revision>3</cp:revision>
  <dcterms:created xsi:type="dcterms:W3CDTF">2026-10-13T12:02:08Z</dcterms:created>
  <dcterms:modified xsi:type="dcterms:W3CDTF">2026-10-13T12:16:59Z</dcterms:modified>
</cp:coreProperties>
</file>